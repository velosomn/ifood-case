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A1D2C"/>
                </a:solidFill>
                <a:latin typeface="Calibri"/>
              </a:rPr>
              <a:t>iFood · Data Science — Direcionamento de Cupons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2B2B2B"/>
                </a:solidFill>
                <a:latin typeface="Calibri"/>
              </a:rPr>
              <a:t>A oferta certa, para o cliente certo —</a:t>
            </a:r>
          </a:p>
          <a:p>
            <a:pPr algn="l"/>
            <a:r>
              <a:rPr sz="3800" b="1">
                <a:solidFill>
                  <a:srgbClr val="2B2B2B"/>
                </a:solidFill>
                <a:latin typeface="Calibri"/>
              </a:rPr>
              <a:t>e só quando ela gera venda nova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666666"/>
                </a:solidFill>
                <a:latin typeface="Calibri"/>
              </a:rPr>
              <a:t>Medimos o efeito real de cada envio (venda incremental, descontado o cupom)</a:t>
            </a:r>
          </a:p>
          <a:p>
            <a:pPr algn="l"/>
            <a:r>
              <a:rPr sz="1700" b="0">
                <a:solidFill>
                  <a:srgbClr val="666666"/>
                </a:solidFill>
                <a:latin typeface="Calibri"/>
              </a:rPr>
              <a:t>e transformamos isso numa política de envio por cliente.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Base: 17 mil clientes · 306 mil eventos · 76 mil envios em 6 campanhas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B2B2B"/>
                </a:solidFill>
                <a:latin typeface="Calibri"/>
              </a:rPr>
              <a:t>Parte do orçamento de cupons não gera venda nova</a:t>
            </a:r>
          </a:p>
        </p:txBody>
      </p:sp>
      <p:pic>
        <p:nvPicPr>
          <p:cNvPr id="5" name="Picture 4" descr="10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583680" cy="28745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920240"/>
            <a:ext cx="4389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EA1D2C"/>
                </a:solidFill>
                <a:latin typeface="Calibri"/>
              </a:rPr>
              <a:t>~30% dos cupons pagos</a:t>
            </a:r>
          </a:p>
          <a:p>
            <a:pPr algn="l"/>
            <a:r>
              <a:rPr sz="2100" b="1">
                <a:solidFill>
                  <a:srgbClr val="EA1D2C"/>
                </a:solidFill>
                <a:latin typeface="Calibri"/>
              </a:rPr>
              <a:t>não influenciaram a compra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3200400"/>
            <a:ext cx="4480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O cliente atingiu o valor mínimo e o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cupom foi resgatado sem que ele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tivesse visto a oferta — a compra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aconteceria de qualquer forma.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Enviar a mesma oferta para todos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ignora quem responde e quem não.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Quanto vale um envio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B2B2B"/>
                </a:solidFill>
                <a:latin typeface="Calibri"/>
              </a:rPr>
              <a:t>Cada envio gera, em média, R$ 9 de venda nova — já descontado o cupom</a:t>
            </a:r>
          </a:p>
        </p:txBody>
      </p:sp>
      <p:pic>
        <p:nvPicPr>
          <p:cNvPr id="5" name="Picture 4" descr="05_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217920" cy="32061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0" y="1920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Como medimos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46888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Em cada campanha, ~25% dos clientes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não receberam oferta — um grupo de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comparação equivalente aos demais.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A diferença entre os dois grupos é a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venda que o envio causou: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R$ 9,21 por cliente em 7 dias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(intervalo de confiança 8,45–9,90).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Cupons de desconto rendem mais que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BOGO e que ofertas informativas.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B2B2B"/>
                </a:solidFill>
                <a:latin typeface="Calibri"/>
              </a:rPr>
              <a:t>Uma política por cliente: a melhor oferta — ou nenhuma</a:t>
            </a:r>
          </a:p>
        </p:txBody>
      </p:sp>
      <p:pic>
        <p:nvPicPr>
          <p:cNvPr id="5" name="Picture 4" descr="08_policy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217920" cy="29737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0" y="182880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O modelo prioriza quem gera valor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377440"/>
            <a:ext cx="4846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Testado em campanhas futuras (fora da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amostra de treino): o grupo apontado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como prioritário gerou R$ 21 de venda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incremental por cliente; o grupo de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menor prioridade,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429768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EA1D2C"/>
                </a:solidFill>
                <a:latin typeface="Calibri"/>
              </a:rPr>
              <a:t>Hoje, só 10% dos clientes</a:t>
            </a:r>
          </a:p>
          <a:p>
            <a:pPr algn="l"/>
            <a:r>
              <a:rPr sz="1900" b="1">
                <a:solidFill>
                  <a:srgbClr val="EA1D2C"/>
                </a:solidFill>
                <a:latin typeface="Calibri"/>
              </a:rPr>
              <a:t>recebem a sua melhor oferta.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Impacto e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B2B2B"/>
                </a:solidFill>
                <a:latin typeface="Calibri"/>
              </a:rPr>
              <a:t>De R$ 10,3M para R$ 12,3M por milhão de envios — com upside a testar</a:t>
            </a:r>
          </a:p>
        </p:txBody>
      </p:sp>
      <p:pic>
        <p:nvPicPr>
          <p:cNvPr id="5" name="Picture 4" descr="09_business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6309360" cy="29841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0" y="182880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+R$ 2,0M (+20%) por 1M de envios já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no cenário conservador, enviando 5%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menos cupons.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Potencial de ~R$ 29M com persona-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lização total — número de modelo, a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confirmar em teste controlado.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3749039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Próximos passos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42976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1. Teste A/B com grupo de controle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    para confirmar os ganhos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2. Alocação sob orçamento de cupons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3. Otimização de timing e canal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4. Integração ao motor de campanhas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