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1D2C"/>
                </a:solidFill>
                <a:latin typeface="Calibri"/>
              </a:rPr>
              <a:t>iFood · Data Science — Otimização de Cupons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B2B2B"/>
                </a:solidFill>
                <a:latin typeface="Calibri"/>
              </a:rPr>
              <a:t>Enviar a oferta certa, para o cliente certo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66666"/>
                </a:solidFill>
                <a:latin typeface="Calibri"/>
              </a:rPr>
              <a:t>Uplift modeling para maximizar o retorno incremental dos cupons — parando de gastar recompensa com quem já compraria.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Recomendação de oferta por cliente  ·  baseada em ~306 mil eventos e 17 mil clientes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  <a:latin typeface="Calibri"/>
              </a:rPr>
              <a:t>Hoje parte do orçamento de cupons é desperdiçada</a:t>
            </a:r>
          </a:p>
        </p:txBody>
      </p:sp>
      <p:pic>
        <p:nvPicPr>
          <p:cNvPr id="5" name="Picture 4" descr="01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675120" cy="29793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92024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A1D2C"/>
                </a:solidFill>
                <a:latin typeface="Calibri"/>
              </a:rPr>
              <a:t>1 em cada 10 cupons</a:t>
            </a:r>
          </a:p>
          <a:p>
            <a:pPr algn="l"/>
            <a:r>
              <a:rPr sz="2200" b="1">
                <a:solidFill>
                  <a:srgbClr val="EA1D2C"/>
                </a:solidFill>
                <a:latin typeface="Calibri"/>
              </a:rPr>
              <a:t>é completado SEM ser visto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→ O cliente compraria de qualquer forma.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   A recompensa é dinheiro jogado fora.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Além disso, 31% veem o cupom e não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usam — mídia gasta sem retorno.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Enviar para todo mundo não é 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estratégia mais rentável.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  <a:latin typeface="Calibri"/>
              </a:rPr>
              <a:t>Prever o efeito INCREMENTAL de cada oferta (uplift)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Calibri"/>
              </a:rPr>
              <a:t>Em vez de prever quem completa,</a:t>
            </a:r>
          </a:p>
          <a:p>
            <a:pPr algn="l"/>
            <a:r>
              <a:rPr sz="1600" b="0">
                <a:solidFill>
                  <a:srgbClr val="2B2B2B"/>
                </a:solidFill>
                <a:latin typeface="Calibri"/>
              </a:rPr>
              <a:t>prevemos quanto a oferta MUDA o</a:t>
            </a:r>
          </a:p>
          <a:p>
            <a:pPr algn="l"/>
            <a:r>
              <a:rPr sz="1600" b="0">
                <a:solidFill>
                  <a:srgbClr val="2B2B2B"/>
                </a:solidFill>
                <a:latin typeface="Calibri"/>
              </a:rPr>
              <a:t>comportamento de cada cliente.</a:t>
            </a:r>
          </a:p>
          <a:p>
            <a:pPr algn="l"/>
            <a:r>
              <a:rPr sz="16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2B2B2B"/>
                </a:solidFill>
                <a:latin typeface="Calibri"/>
              </a:rPr>
              <a:t>Isso separa 3 grupos:</a:t>
            </a:r>
          </a:p>
          <a:p>
            <a:pPr algn="l"/>
            <a:r>
              <a:rPr sz="16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2B2B2B"/>
                </a:solidFill>
                <a:latin typeface="Calibri"/>
              </a:rPr>
              <a:t>•  Persuadíveis → ENVIAR</a:t>
            </a:r>
          </a:p>
          <a:p>
            <a:pPr algn="l"/>
            <a:r>
              <a:rPr sz="1600" b="0">
                <a:solidFill>
                  <a:srgbClr val="2B2B2B"/>
                </a:solidFill>
                <a:latin typeface="Calibri"/>
              </a:rPr>
              <a:t>•  Já comprariam → NÃO enviar (economia)</a:t>
            </a:r>
          </a:p>
          <a:p>
            <a:pPr algn="l"/>
            <a:r>
              <a:rPr sz="1600" b="0">
                <a:solidFill>
                  <a:srgbClr val="2B2B2B"/>
                </a:solidFill>
                <a:latin typeface="Calibri"/>
              </a:rPr>
              <a:t>•  Não respondem → NÃO enviar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A1D2C"/>
                </a:solidFill>
                <a:latin typeface="Calibri"/>
              </a:rPr>
              <a:t>Descoberta: cupons de DESCONTO têm uplift</a:t>
            </a:r>
          </a:p>
          <a:p>
            <a:pPr algn="l"/>
            <a:r>
              <a:rPr sz="1500" b="1">
                <a:solidFill>
                  <a:srgbClr val="EA1D2C"/>
                </a:solidFill>
                <a:latin typeface="Calibri"/>
              </a:rPr>
              <a:t>~4x maior que BOGO (+29 vs +8 p.p.).</a:t>
            </a:r>
          </a:p>
        </p:txBody>
      </p:sp>
      <p:pic>
        <p:nvPicPr>
          <p:cNvPr id="7" name="Picture 6" descr="02_uplift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577840" cy="16887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O impacto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  <a:latin typeface="Calibri"/>
              </a:rPr>
              <a:t>Direcionar por uplift entrega mais valor com menos envios</a:t>
            </a:r>
          </a:p>
        </p:txBody>
      </p:sp>
      <p:pic>
        <p:nvPicPr>
          <p:cNvPr id="5" name="Picture 4" descr="04_business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583680" cy="34697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8288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Calibri"/>
              </a:rPr>
              <a:t>Projeção por 1 milhão de cupons*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2468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A1D2C"/>
                </a:solidFill>
                <a:latin typeface="Calibri"/>
              </a:rPr>
              <a:t>+R$ 1,45M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9718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de valor líquido incremental (+21%)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vs enviar para todos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703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A1D2C"/>
                </a:solidFill>
                <a:latin typeface="Calibri"/>
              </a:rPr>
              <a:t>−20%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de cupons enviados (menos custo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de mídia e de recompensa)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937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A1D2C"/>
                </a:solidFill>
                <a:latin typeface="Calibri"/>
              </a:rPr>
              <a:t>+13%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54406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mais conclusões incrementais,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ao cortar quem tem uplift negativo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*Escala das taxas observadas em holdout; ticket médio/conclusão R$52,60, recompensa média R$4,90.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Como funciona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  <a:latin typeface="Calibri"/>
              </a:rPr>
              <a:t>Pronto para um piloto controlado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B2B2B"/>
                </a:solidFill>
                <a:latin typeface="Calibri"/>
              </a:rPr>
              <a:t>Como funciona</a:t>
            </a:r>
          </a:p>
          <a:p>
            <a:pPr algn="l"/>
            <a:r>
              <a:rPr sz="1800" b="1">
                <a:solidFill>
                  <a:srgbClr val="2B2B2B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1.  Modelo de uplift (T-learner/XGBoost)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     pontua cada cliente × oferta.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2.  Para cada cliente, recomenda a oferta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     de maior uplift — ou nenhuma.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3.  Só envia a quem tem retorno incremental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     positivo (≈10% da base não deve receber).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Qualidade do modelo: ranqueia o uplift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~2x melhor que a abordagem padrão (Qini).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B2B2B"/>
                </a:solidFill>
                <a:latin typeface="Calibri"/>
              </a:rPr>
              <a:t>Próximos passos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•  A/B test com grupo de controle real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   (holdout sem oferta) para validar o uplift.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•  Otimização de timing e canal do envio.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•  Alocação sob orçamento (uplift por R$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   investido).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•  Colocar o score em produção no motor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   de campanhas de CRM.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