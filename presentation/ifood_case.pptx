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1D2C"/>
                </a:solidFill>
                <a:latin typeface="Calibri"/>
              </a:rPr>
              <a:t>Case iFood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O problema não é quanto se gasta em cupom.</a:t>
            </a:r>
          </a:p>
          <a:p>
            <a:pPr algn="l"/>
            <a:r>
              <a:rPr sz="3800" b="1">
                <a:solidFill>
                  <a:srgbClr val="2B2B2B"/>
                </a:solidFill>
                <a:latin typeface="Calibri"/>
              </a:rPr>
              <a:t>É para quem se manda.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Medimos o quanto cada envio realmente gera de venda nova — e descobrimos que</a:t>
            </a:r>
          </a:p>
          <a:p>
            <a:pPr algn="l"/>
            <a:r>
              <a:rPr sz="1700" b="0">
                <a:solidFill>
                  <a:srgbClr val="666666"/>
                </a:solidFill>
                <a:latin typeface="Calibri"/>
              </a:rPr>
              <a:t>9 em cada 10 clientes recebem a oferta errada.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17 mil clientes · 306 mil eventos · 76 mil envios em 6 campanhas · 30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Quase um terço do desconto sai do caixa sem gerar nada</a:t>
            </a:r>
          </a:p>
        </p:txBody>
      </p:sp>
      <p:pic>
        <p:nvPicPr>
          <p:cNvPr id="5" name="Picture 4" descr="10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583680" cy="28745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30% dos cupons são usados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sem o cliente ter visto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291840"/>
            <a:ext cx="4480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cliente faz uma compra normal,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atinge o valor mínimo sem saber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que havia uma oferta — e o sistema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desconta automaticamente.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É uma venda que aconteceria de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qualquer forma, só que mais barata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o cliente e mais cara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para a empresa.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O que descobrimos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Enviar compensa — mas o efeito depende muito da oferta</a:t>
            </a:r>
          </a:p>
        </p:txBody>
      </p:sp>
      <p:pic>
        <p:nvPicPr>
          <p:cNvPr id="5" name="Picture 4" descr="05_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3206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Como medimos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Em cada campanha, 25% dos clientes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não receberam nada. Esse grupo mostra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que teria acontecido sem o envio.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A diferença entre os dois grupos é a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venda que o envio causou.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3891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R$ 9,21 de venda nova</a:t>
            </a:r>
          </a:p>
          <a:p>
            <a:pPr algn="l"/>
            <a:r>
              <a:rPr sz="2200" b="1">
                <a:solidFill>
                  <a:srgbClr val="2E7D32"/>
                </a:solidFill>
                <a:latin typeface="Calibri"/>
              </a:rPr>
              <a:t>por cliente, em 7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4864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Já descontado o custo do cupom.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Desconto rende 34% mais que BOGO.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Dá para saber, antes de enviar, em quem a oferta faz diferença</a:t>
            </a:r>
          </a:p>
        </p:txBody>
      </p:sp>
      <p:pic>
        <p:nvPicPr>
          <p:cNvPr id="5" name="Picture 4" descr="08_policy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217920" cy="2973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Testado em campanhas futuras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modelo ordena os clientes por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quanto a oferta deve render em cada um.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grupo apontado como prioridade,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o envio gerou R$ 21 por cliente.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Calibri"/>
              </a:rPr>
              <a:t>No último grupo,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Hoje, só 10% recebem</a:t>
            </a:r>
          </a:p>
          <a:p>
            <a:pPr algn="l"/>
            <a:r>
              <a:rPr sz="2000" b="1">
                <a:solidFill>
                  <a:srgbClr val="EA1D2C"/>
                </a:solidFill>
                <a:latin typeface="Calibri"/>
              </a:rPr>
              <a:t>a oferta certa para eles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56692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O maior ganho não é enviar menos —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Calibri"/>
              </a:rPr>
              <a:t>é enviar melhor.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A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B2B"/>
                </a:solidFill>
                <a:latin typeface="Calibri"/>
              </a:rPr>
              <a:t>Com o mesmo orçamento, 20% mais resultado</a:t>
            </a:r>
          </a:p>
        </p:txBody>
      </p:sp>
      <p:pic>
        <p:nvPicPr>
          <p:cNvPr id="5" name="Picture 4" descr="09_business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5852160" cy="28198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91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O que aprendemos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240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1. Cupom funciona — mas não para todos.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O efeito médio é positivo, porém vai de R$ 21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a zero dependendo da pessoa.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474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2. Medir “quem usou o cupom” engana.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79476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Quem gasta muito usa cupom de qualquer jeito.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Só comparando com quem não recebeu dá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para saber o que a oferta causou.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709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1D2C"/>
                </a:solidFill>
                <a:latin typeface="Calibri"/>
              </a:rPr>
              <a:t>3. O dinheiro está em acertar o alvo.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0292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Não em cortar envios: 90% recebem a oferta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errada, e corrigir isso rende +20%.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Por 1 milhão de envios: de R$ 10,3M para R$ 12,3M — ganho baseado numa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diferença já medida (desconto rende mais que BOGO). O potencial maior depende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de o modelo acertar a oferta de cada pessoa, e por isso precisa de teste A/B.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9436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Próximo passo: teste A/B com grupo de controle.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